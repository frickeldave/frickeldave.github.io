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CC3C-1AD4-0D54-3DA5-83973036E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5D236-8090-C696-B1C6-F6A95AC08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C5E4-E13E-3522-752A-190D8FE2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0651A-0346-0B88-5CE9-7B7DE8EB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DB2F8-8BC6-C91A-21F7-57C991A9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725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F478-673E-18A0-4F65-38357E6D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1F16-14FA-5F96-038B-00125C64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BECF7-BF45-BCDF-F6C1-773315BA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1BA82-B15F-9189-3DB2-C81D944F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B7421-3C52-A60A-A900-D02746BB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810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1514-613D-2FDF-95C4-4933CA98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ED90E-E32D-9029-3251-E77535D39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D76BD-8E58-E6E7-8222-210449F0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5AFE4-AD1C-2640-4572-4C0B01E0D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D6BDA-169E-C54F-B4B4-7C0CDB6B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524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9856-A4B0-B33C-7601-2AB996AA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1A50-4D3D-0E56-2139-C17F56D18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E6362-4B0C-33B8-797F-8B5BE3CBF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35D56-910B-B901-ED0B-FF805422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0762D-906E-345A-DCAC-20F753E8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8EC0A-D68E-0C29-E30D-F9690F26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928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2A0D-97D1-5E61-BA01-D069B20E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D6F45-148C-F3FE-7743-5E080366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E24B-668E-0C74-6A58-D15833F78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259E7-4CDE-A2B9-2E0F-52BBB48BA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CE5E6-BC53-4FEC-73B1-F07295D61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FCCAD-76D0-F620-1392-0C337540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C84DA-BE84-556A-E9CF-CFEF76B9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481AA-0FD3-66BE-1FCB-C6F3E897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538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0057-884A-1C99-835F-324D011A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D06D1-F245-9356-F6B3-6C6043E8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214D6-6AA5-D973-6D18-261FCAF0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595A5-0114-98C0-7D68-EFA0C393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615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04DAF-FCBF-3AD2-CFCF-30D1B8D5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0ED56-0B1A-EE90-98F1-99A4B723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8232F-0A60-1FFE-9F17-A423F645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188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6B22-0B14-FFB6-4631-0A0BBDC2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B8CE9-BEE5-E8E8-32AA-5F2DA705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5889C-D73E-6844-730C-E7F6E060A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E03B2-1D62-A23F-E517-BCDFD4A5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FE6C4-E875-5D87-D672-DD9399D8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4AE55-B5DD-20BF-020A-37ACD9A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603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5E2A-6AC4-4DB5-0593-53396AB7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D0E29C-95F4-7EBB-4B60-483BCC2BB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B945F-E190-CDA8-4DF8-D44A90305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8CAA5-F70C-8560-35AE-F9F7D38B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8BF23-7533-2378-5C96-84477B94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CCBAB-5B64-06FE-F10C-73704A6E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025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8A51-202C-3589-AEA8-DB925D8B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E64E5-E8F8-C03F-1B43-ADCD41632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D1834-3FA6-3463-594B-5CDE122A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0EE4-0437-86DC-5C37-48324689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F0B11-AAAB-3A0E-F549-E38B2EBB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558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F1580-C78F-315D-87EB-94A4C72C7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C0E44-F798-E00E-8FB9-9029B8DC4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484B4-81E4-672E-EBF9-5FC194EF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1722-05A7-4E42-3A25-386E17AD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DB58B-8D18-CEA5-8102-A88850F6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64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8455A-5F82-C28B-5F76-8279ABDA9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EDCB8-7900-D3E9-80B8-2C7D966B3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FA8B9-5332-FAA8-A305-274452AAC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65815-AB1E-47B1-9515-1DCC2096B61E}" type="datetimeFigureOut">
              <a:rPr lang="en-DE" smtClean="0"/>
              <a:t>22 Jul 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31755-FFED-B6AF-5807-279C981C0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E176-A3A7-BA69-3806-EE46EEDB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13354-E220-47B6-A3A5-BAB6F1CD571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709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32B3AB5-EA06-6FA1-1E10-EE28687F12EA}"/>
              </a:ext>
            </a:extLst>
          </p:cNvPr>
          <p:cNvSpPr/>
          <p:nvPr/>
        </p:nvSpPr>
        <p:spPr>
          <a:xfrm>
            <a:off x="3152178" y="134397"/>
            <a:ext cx="8727877" cy="6664690"/>
          </a:xfrm>
          <a:prstGeom prst="roundRect">
            <a:avLst>
              <a:gd name="adj" fmla="val 4720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</a:rPr>
              <a:t>Cluster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3A3409F-4165-DA21-1578-559061679089}"/>
              </a:ext>
            </a:extLst>
          </p:cNvPr>
          <p:cNvSpPr/>
          <p:nvPr/>
        </p:nvSpPr>
        <p:spPr>
          <a:xfrm>
            <a:off x="4087183" y="583011"/>
            <a:ext cx="3614642" cy="3767534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64EC7D-C4AD-DCF8-911D-1DB798BAB926}"/>
              </a:ext>
            </a:extLst>
          </p:cNvPr>
          <p:cNvSpPr/>
          <p:nvPr/>
        </p:nvSpPr>
        <p:spPr>
          <a:xfrm>
            <a:off x="4379683" y="2330825"/>
            <a:ext cx="902126" cy="931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Pod 1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Pod IP</a:t>
            </a:r>
            <a:br>
              <a:rPr lang="en-US" sz="800" dirty="0"/>
            </a:br>
            <a:r>
              <a:rPr lang="en-US" sz="800" dirty="0"/>
              <a:t>10.213.23.12</a:t>
            </a:r>
            <a:endParaRPr lang="en-DE" sz="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2002C0-9F15-F455-41C5-5641EF49EB37}"/>
              </a:ext>
            </a:extLst>
          </p:cNvPr>
          <p:cNvSpPr/>
          <p:nvPr/>
        </p:nvSpPr>
        <p:spPr>
          <a:xfrm>
            <a:off x="4447726" y="1355671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9F6F56-C2BC-1C43-C9DB-69B77B764520}"/>
              </a:ext>
            </a:extLst>
          </p:cNvPr>
          <p:cNvSpPr/>
          <p:nvPr/>
        </p:nvSpPr>
        <p:spPr>
          <a:xfrm>
            <a:off x="5770231" y="1585215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FEDB66-38E8-8055-0C98-AC4F7C469A3C}"/>
              </a:ext>
            </a:extLst>
          </p:cNvPr>
          <p:cNvSpPr/>
          <p:nvPr/>
        </p:nvSpPr>
        <p:spPr>
          <a:xfrm>
            <a:off x="6820591" y="934127"/>
            <a:ext cx="699944" cy="722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POD 2</a:t>
            </a:r>
            <a:endParaRPr lang="en-DE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FB21CA-8CA7-16FB-83E1-9AE3F6A02498}"/>
              </a:ext>
            </a:extLst>
          </p:cNvPr>
          <p:cNvSpPr/>
          <p:nvPr/>
        </p:nvSpPr>
        <p:spPr>
          <a:xfrm>
            <a:off x="6701944" y="3466742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EFB81A-1E31-A46E-CF67-7660CFA3E512}"/>
              </a:ext>
            </a:extLst>
          </p:cNvPr>
          <p:cNvSpPr/>
          <p:nvPr/>
        </p:nvSpPr>
        <p:spPr>
          <a:xfrm>
            <a:off x="5194896" y="1655202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803830-E7AF-13DD-1A48-A838E8C488C0}"/>
              </a:ext>
            </a:extLst>
          </p:cNvPr>
          <p:cNvSpPr/>
          <p:nvPr/>
        </p:nvSpPr>
        <p:spPr>
          <a:xfrm>
            <a:off x="5228649" y="1143359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FCE68A-2EA3-A9A7-EDFA-D94B07409E0D}"/>
              </a:ext>
            </a:extLst>
          </p:cNvPr>
          <p:cNvSpPr/>
          <p:nvPr/>
        </p:nvSpPr>
        <p:spPr>
          <a:xfrm>
            <a:off x="4358465" y="3603745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CAF5DA-3DAD-483B-7B3C-D62AB9D7E12F}"/>
              </a:ext>
            </a:extLst>
          </p:cNvPr>
          <p:cNvSpPr/>
          <p:nvPr/>
        </p:nvSpPr>
        <p:spPr>
          <a:xfrm>
            <a:off x="6106601" y="1012391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8E4311-929C-5B85-6AE9-8A6C4AB58A73}"/>
              </a:ext>
            </a:extLst>
          </p:cNvPr>
          <p:cNvSpPr/>
          <p:nvPr/>
        </p:nvSpPr>
        <p:spPr>
          <a:xfrm>
            <a:off x="5887615" y="3564375"/>
            <a:ext cx="411173" cy="424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E8A35E-4EEF-5DF6-4866-3298F189ABA8}"/>
              </a:ext>
            </a:extLst>
          </p:cNvPr>
          <p:cNvSpPr/>
          <p:nvPr/>
        </p:nvSpPr>
        <p:spPr>
          <a:xfrm>
            <a:off x="6044859" y="4785202"/>
            <a:ext cx="1656966" cy="1895712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  <a:endParaRPr lang="en-DE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0D6E08-776F-CF5D-83A6-8540B6332966}"/>
              </a:ext>
            </a:extLst>
          </p:cNvPr>
          <p:cNvSpPr/>
          <p:nvPr/>
        </p:nvSpPr>
        <p:spPr>
          <a:xfrm>
            <a:off x="4085648" y="4785202"/>
            <a:ext cx="1656966" cy="1895712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  <a:endParaRPr lang="en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395CFB3-5F6F-7111-A482-32568368E66C}"/>
              </a:ext>
            </a:extLst>
          </p:cNvPr>
          <p:cNvSpPr/>
          <p:nvPr/>
        </p:nvSpPr>
        <p:spPr>
          <a:xfrm>
            <a:off x="9021260" y="2221563"/>
            <a:ext cx="1098508" cy="10985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Cluster IP</a:t>
            </a:r>
          </a:p>
          <a:p>
            <a:pPr algn="ctr"/>
            <a:endParaRPr lang="en-US" sz="1000" dirty="0"/>
          </a:p>
          <a:p>
            <a:pPr algn="ctr"/>
            <a:r>
              <a:rPr lang="en-US" sz="900" dirty="0"/>
              <a:t>172.5.31.13</a:t>
            </a:r>
            <a:endParaRPr lang="en-DE" sz="9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C1BE36-D2BF-4CED-67E0-28C6E92DF956}"/>
              </a:ext>
            </a:extLst>
          </p:cNvPr>
          <p:cNvSpPr/>
          <p:nvPr/>
        </p:nvSpPr>
        <p:spPr>
          <a:xfrm>
            <a:off x="6510238" y="2305000"/>
            <a:ext cx="902126" cy="93163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</a:t>
            </a:r>
          </a:p>
          <a:p>
            <a:pPr algn="ctr"/>
            <a:endParaRPr lang="en-US" sz="7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E202DD-6B5D-70AE-3F77-88044702B3A5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5304009" y="2770818"/>
            <a:ext cx="1206229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5DF95DF-6E39-DB4B-DDD6-5099C5A65618}"/>
              </a:ext>
            </a:extLst>
          </p:cNvPr>
          <p:cNvSpPr/>
          <p:nvPr/>
        </p:nvSpPr>
        <p:spPr>
          <a:xfrm>
            <a:off x="5244245" y="4283572"/>
            <a:ext cx="1331710" cy="29457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Node IP: 10.54.23.5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B005AC-59F0-2548-9D98-D1AC20E508DF}"/>
              </a:ext>
            </a:extLst>
          </p:cNvPr>
          <p:cNvSpPr txBox="1"/>
          <p:nvPr/>
        </p:nvSpPr>
        <p:spPr>
          <a:xfrm rot="2133943">
            <a:off x="1857674" y="3328243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10.54.23.5:31080</a:t>
            </a:r>
            <a:endParaRPr lang="en-DE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10E2B4-0C0E-AC20-01A1-49FFC00CE49D}"/>
              </a:ext>
            </a:extLst>
          </p:cNvPr>
          <p:cNvSpPr/>
          <p:nvPr/>
        </p:nvSpPr>
        <p:spPr>
          <a:xfrm>
            <a:off x="9783580" y="2870403"/>
            <a:ext cx="732463" cy="73246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31080</a:t>
            </a:r>
            <a:endParaRPr lang="en-DE" sz="9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21DC44F-3E16-20DE-D4F6-62353B5FE54E}"/>
              </a:ext>
            </a:extLst>
          </p:cNvPr>
          <p:cNvSpPr/>
          <p:nvPr/>
        </p:nvSpPr>
        <p:spPr>
          <a:xfrm>
            <a:off x="9204282" y="1567982"/>
            <a:ext cx="732463" cy="73246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4000</a:t>
            </a:r>
            <a:endParaRPr lang="en-DE" sz="9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6E29F9-F81D-0C8F-B184-7500FE894EC7}"/>
              </a:ext>
            </a:extLst>
          </p:cNvPr>
          <p:cNvCxnSpPr>
            <a:stCxn id="26" idx="3"/>
            <a:endCxn id="21" idx="2"/>
          </p:cNvCxnSpPr>
          <p:nvPr/>
        </p:nvCxnSpPr>
        <p:spPr>
          <a:xfrm flipV="1">
            <a:off x="7412364" y="2770817"/>
            <a:ext cx="1608896" cy="1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-form: Shape 41">
            <a:extLst>
              <a:ext uri="{FF2B5EF4-FFF2-40B4-BE49-F238E27FC236}">
                <a16:creationId xmlns:a16="http://schemas.microsoft.com/office/drawing/2014/main" id="{1B60C1B6-DADC-7BC9-BC20-5C4EEA9ADB9D}"/>
              </a:ext>
            </a:extLst>
          </p:cNvPr>
          <p:cNvSpPr/>
          <p:nvPr/>
        </p:nvSpPr>
        <p:spPr>
          <a:xfrm>
            <a:off x="5286375" y="1221581"/>
            <a:ext cx="4034563" cy="1367427"/>
          </a:xfrm>
          <a:custGeom>
            <a:avLst/>
            <a:gdLst>
              <a:gd name="csX0" fmla="*/ 2243138 w 4034563"/>
              <a:gd name="csY0" fmla="*/ 0 h 1367427"/>
              <a:gd name="csX1" fmla="*/ 3300413 w 4034563"/>
              <a:gd name="csY1" fmla="*/ 64294 h 1367427"/>
              <a:gd name="csX2" fmla="*/ 3857625 w 4034563"/>
              <a:gd name="csY2" fmla="*/ 307182 h 1367427"/>
              <a:gd name="csX3" fmla="*/ 4000500 w 4034563"/>
              <a:gd name="csY3" fmla="*/ 700088 h 1367427"/>
              <a:gd name="csX4" fmla="*/ 3921919 w 4034563"/>
              <a:gd name="csY4" fmla="*/ 1307307 h 1367427"/>
              <a:gd name="csX5" fmla="*/ 2893219 w 4034563"/>
              <a:gd name="csY5" fmla="*/ 1350169 h 1367427"/>
              <a:gd name="csX6" fmla="*/ 2193131 w 4034563"/>
              <a:gd name="csY6" fmla="*/ 1350169 h 1367427"/>
              <a:gd name="csX7" fmla="*/ 1264444 w 4034563"/>
              <a:gd name="csY7" fmla="*/ 1278732 h 1367427"/>
              <a:gd name="csX8" fmla="*/ 0 w 4034563"/>
              <a:gd name="csY8" fmla="*/ 1293019 h 13674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34563" h="1367427">
                <a:moveTo>
                  <a:pt x="2243138" y="0"/>
                </a:moveTo>
                <a:cubicBezTo>
                  <a:pt x="2637235" y="6548"/>
                  <a:pt x="3031332" y="13097"/>
                  <a:pt x="3300413" y="64294"/>
                </a:cubicBezTo>
                <a:cubicBezTo>
                  <a:pt x="3569494" y="115491"/>
                  <a:pt x="3740944" y="201216"/>
                  <a:pt x="3857625" y="307182"/>
                </a:cubicBezTo>
                <a:cubicBezTo>
                  <a:pt x="3974306" y="413148"/>
                  <a:pt x="3989784" y="533401"/>
                  <a:pt x="4000500" y="700088"/>
                </a:cubicBezTo>
                <a:cubicBezTo>
                  <a:pt x="4011216" y="866776"/>
                  <a:pt x="4106466" y="1198960"/>
                  <a:pt x="3921919" y="1307307"/>
                </a:cubicBezTo>
                <a:cubicBezTo>
                  <a:pt x="3737372" y="1415654"/>
                  <a:pt x="3181350" y="1343025"/>
                  <a:pt x="2893219" y="1350169"/>
                </a:cubicBezTo>
                <a:cubicBezTo>
                  <a:pt x="2605088" y="1357313"/>
                  <a:pt x="2464593" y="1362075"/>
                  <a:pt x="2193131" y="1350169"/>
                </a:cubicBezTo>
                <a:cubicBezTo>
                  <a:pt x="1921669" y="1338263"/>
                  <a:pt x="1629966" y="1288257"/>
                  <a:pt x="1264444" y="1278732"/>
                </a:cubicBezTo>
                <a:cubicBezTo>
                  <a:pt x="898922" y="1269207"/>
                  <a:pt x="449461" y="1281113"/>
                  <a:pt x="0" y="1293019"/>
                </a:cubicBezTo>
              </a:path>
            </a:pathLst>
          </a:custGeom>
          <a:noFill/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519B1EC-C73F-BDE2-CC19-8186B5492E36}"/>
              </a:ext>
            </a:extLst>
          </p:cNvPr>
          <p:cNvSpPr/>
          <p:nvPr/>
        </p:nvSpPr>
        <p:spPr>
          <a:xfrm>
            <a:off x="8004070" y="4785202"/>
            <a:ext cx="1656966" cy="1895712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  <a:endParaRPr lang="en-DE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8867F4B-7AF7-E466-26FE-0324A40CEF6E}"/>
              </a:ext>
            </a:extLst>
          </p:cNvPr>
          <p:cNvSpPr/>
          <p:nvPr/>
        </p:nvSpPr>
        <p:spPr>
          <a:xfrm>
            <a:off x="9963281" y="4785202"/>
            <a:ext cx="1656966" cy="1895712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  <a:endParaRPr lang="en-DE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98EB57-B76C-5E0C-7E8A-31886780D483}"/>
              </a:ext>
            </a:extLst>
          </p:cNvPr>
          <p:cNvSpPr/>
          <p:nvPr/>
        </p:nvSpPr>
        <p:spPr>
          <a:xfrm>
            <a:off x="10791764" y="5506127"/>
            <a:ext cx="699944" cy="722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POD 3</a:t>
            </a:r>
            <a:endParaRPr lang="en-DE" sz="1200" dirty="0"/>
          </a:p>
        </p:txBody>
      </p:sp>
      <p:sp>
        <p:nvSpPr>
          <p:cNvPr id="46" name="Free-form: Shape 45">
            <a:extLst>
              <a:ext uri="{FF2B5EF4-FFF2-40B4-BE49-F238E27FC236}">
                <a16:creationId xmlns:a16="http://schemas.microsoft.com/office/drawing/2014/main" id="{B1BC0A2E-E858-2B17-2F69-5557D6076768}"/>
              </a:ext>
            </a:extLst>
          </p:cNvPr>
          <p:cNvSpPr/>
          <p:nvPr/>
        </p:nvSpPr>
        <p:spPr>
          <a:xfrm>
            <a:off x="5300663" y="1623971"/>
            <a:ext cx="6256558" cy="3941010"/>
          </a:xfrm>
          <a:custGeom>
            <a:avLst/>
            <a:gdLst>
              <a:gd name="csX0" fmla="*/ 6036468 w 6256558"/>
              <a:gd name="csY0" fmla="*/ 3941010 h 3941010"/>
              <a:gd name="csX1" fmla="*/ 6215062 w 6256558"/>
              <a:gd name="csY1" fmla="*/ 1397835 h 3941010"/>
              <a:gd name="csX2" fmla="*/ 5343525 w 6256558"/>
              <a:gd name="csY2" fmla="*/ 176254 h 3941010"/>
              <a:gd name="csX3" fmla="*/ 4314825 w 6256558"/>
              <a:gd name="csY3" fmla="*/ 40523 h 3941010"/>
              <a:gd name="csX4" fmla="*/ 3236118 w 6256558"/>
              <a:gd name="csY4" fmla="*/ 497723 h 3941010"/>
              <a:gd name="csX5" fmla="*/ 1921668 w 6256558"/>
              <a:gd name="csY5" fmla="*/ 826335 h 3941010"/>
              <a:gd name="csX6" fmla="*/ 935831 w 6256558"/>
              <a:gd name="csY6" fmla="*/ 783473 h 3941010"/>
              <a:gd name="csX7" fmla="*/ 0 w 6256558"/>
              <a:gd name="csY7" fmla="*/ 762042 h 3941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256558" h="3941010">
                <a:moveTo>
                  <a:pt x="6036468" y="3941010"/>
                </a:moveTo>
                <a:cubicBezTo>
                  <a:pt x="6183510" y="2983152"/>
                  <a:pt x="6330552" y="2025294"/>
                  <a:pt x="6215062" y="1397835"/>
                </a:cubicBezTo>
                <a:cubicBezTo>
                  <a:pt x="6099572" y="770376"/>
                  <a:pt x="5660231" y="402473"/>
                  <a:pt x="5343525" y="176254"/>
                </a:cubicBezTo>
                <a:cubicBezTo>
                  <a:pt x="5026819" y="-49965"/>
                  <a:pt x="4666059" y="-13055"/>
                  <a:pt x="4314825" y="40523"/>
                </a:cubicBezTo>
                <a:cubicBezTo>
                  <a:pt x="3963590" y="94101"/>
                  <a:pt x="3634977" y="366754"/>
                  <a:pt x="3236118" y="497723"/>
                </a:cubicBezTo>
                <a:cubicBezTo>
                  <a:pt x="2837259" y="628692"/>
                  <a:pt x="2305049" y="778710"/>
                  <a:pt x="1921668" y="826335"/>
                </a:cubicBezTo>
                <a:cubicBezTo>
                  <a:pt x="1538287" y="873960"/>
                  <a:pt x="1256109" y="794188"/>
                  <a:pt x="935831" y="783473"/>
                </a:cubicBezTo>
                <a:cubicBezTo>
                  <a:pt x="615553" y="772757"/>
                  <a:pt x="307776" y="767399"/>
                  <a:pt x="0" y="762042"/>
                </a:cubicBezTo>
              </a:path>
            </a:pathLst>
          </a:custGeom>
          <a:noFill/>
          <a:ln w="5715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Free-form: Shape 46">
            <a:extLst>
              <a:ext uri="{FF2B5EF4-FFF2-40B4-BE49-F238E27FC236}">
                <a16:creationId xmlns:a16="http://schemas.microsoft.com/office/drawing/2014/main" id="{E1717ED3-D20F-6C26-0114-D1782224303D}"/>
              </a:ext>
            </a:extLst>
          </p:cNvPr>
          <p:cNvSpPr/>
          <p:nvPr/>
        </p:nvSpPr>
        <p:spPr>
          <a:xfrm>
            <a:off x="1964531" y="1771162"/>
            <a:ext cx="8481901" cy="2792776"/>
          </a:xfrm>
          <a:custGeom>
            <a:avLst/>
            <a:gdLst>
              <a:gd name="csX0" fmla="*/ 0 w 8481901"/>
              <a:gd name="csY0" fmla="*/ 1100626 h 2792776"/>
              <a:gd name="csX1" fmla="*/ 400050 w 8481901"/>
              <a:gd name="csY1" fmla="*/ 2022169 h 2792776"/>
              <a:gd name="csX2" fmla="*/ 1385888 w 8481901"/>
              <a:gd name="csY2" fmla="*/ 2500801 h 2792776"/>
              <a:gd name="csX3" fmla="*/ 3364707 w 8481901"/>
              <a:gd name="csY3" fmla="*/ 2772263 h 2792776"/>
              <a:gd name="csX4" fmla="*/ 5429250 w 8481901"/>
              <a:gd name="csY4" fmla="*/ 2722257 h 2792776"/>
              <a:gd name="csX5" fmla="*/ 7929563 w 8481901"/>
              <a:gd name="csY5" fmla="*/ 2315063 h 2792776"/>
              <a:gd name="csX6" fmla="*/ 8479632 w 8481901"/>
              <a:gd name="csY6" fmla="*/ 1357801 h 2792776"/>
              <a:gd name="csX7" fmla="*/ 8086725 w 8481901"/>
              <a:gd name="csY7" fmla="*/ 71926 h 2792776"/>
              <a:gd name="csX8" fmla="*/ 7193757 w 8481901"/>
              <a:gd name="csY8" fmla="*/ 221944 h 2792776"/>
              <a:gd name="csX9" fmla="*/ 5322094 w 8481901"/>
              <a:gd name="csY9" fmla="*/ 714863 h 2792776"/>
              <a:gd name="csX10" fmla="*/ 4036219 w 8481901"/>
              <a:gd name="csY10" fmla="*/ 843451 h 2792776"/>
              <a:gd name="csX11" fmla="*/ 3357563 w 8481901"/>
              <a:gd name="csY11" fmla="*/ 850594 h 2792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481901" h="2792776">
                <a:moveTo>
                  <a:pt x="0" y="1100626"/>
                </a:moveTo>
                <a:cubicBezTo>
                  <a:pt x="84534" y="1444716"/>
                  <a:pt x="169069" y="1788807"/>
                  <a:pt x="400050" y="2022169"/>
                </a:cubicBezTo>
                <a:cubicBezTo>
                  <a:pt x="631031" y="2255531"/>
                  <a:pt x="891779" y="2375785"/>
                  <a:pt x="1385888" y="2500801"/>
                </a:cubicBezTo>
                <a:cubicBezTo>
                  <a:pt x="1879998" y="2625817"/>
                  <a:pt x="2690813" y="2735354"/>
                  <a:pt x="3364707" y="2772263"/>
                </a:cubicBezTo>
                <a:cubicBezTo>
                  <a:pt x="4038601" y="2809172"/>
                  <a:pt x="4668441" y="2798457"/>
                  <a:pt x="5429250" y="2722257"/>
                </a:cubicBezTo>
                <a:cubicBezTo>
                  <a:pt x="6190059" y="2646057"/>
                  <a:pt x="7421166" y="2542472"/>
                  <a:pt x="7929563" y="2315063"/>
                </a:cubicBezTo>
                <a:cubicBezTo>
                  <a:pt x="8437960" y="2087654"/>
                  <a:pt x="8453438" y="1731657"/>
                  <a:pt x="8479632" y="1357801"/>
                </a:cubicBezTo>
                <a:cubicBezTo>
                  <a:pt x="8505826" y="983945"/>
                  <a:pt x="8301038" y="261236"/>
                  <a:pt x="8086725" y="71926"/>
                </a:cubicBezTo>
                <a:cubicBezTo>
                  <a:pt x="7872412" y="-117384"/>
                  <a:pt x="7654529" y="114788"/>
                  <a:pt x="7193757" y="221944"/>
                </a:cubicBezTo>
                <a:cubicBezTo>
                  <a:pt x="6732985" y="329100"/>
                  <a:pt x="5848350" y="611278"/>
                  <a:pt x="5322094" y="714863"/>
                </a:cubicBezTo>
                <a:cubicBezTo>
                  <a:pt x="4795838" y="818447"/>
                  <a:pt x="4363641" y="820829"/>
                  <a:pt x="4036219" y="843451"/>
                </a:cubicBezTo>
                <a:cubicBezTo>
                  <a:pt x="3708797" y="866073"/>
                  <a:pt x="3533180" y="858333"/>
                  <a:pt x="3357563" y="850594"/>
                </a:cubicBezTo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C22F5BB-D05D-B66A-E0D6-59DFC0E231F8}"/>
              </a:ext>
            </a:extLst>
          </p:cNvPr>
          <p:cNvSpPr/>
          <p:nvPr/>
        </p:nvSpPr>
        <p:spPr>
          <a:xfrm>
            <a:off x="974233" y="2318703"/>
            <a:ext cx="989577" cy="102194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Computer</a:t>
            </a:r>
            <a:endParaRPr lang="en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51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5A2A-9B15-A4E9-83C4-D7C92959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2C3C2C-2828-E804-2814-DDB2FD940E74}"/>
              </a:ext>
            </a:extLst>
          </p:cNvPr>
          <p:cNvSpPr/>
          <p:nvPr/>
        </p:nvSpPr>
        <p:spPr>
          <a:xfrm>
            <a:off x="3844413" y="134397"/>
            <a:ext cx="7315200" cy="4496597"/>
          </a:xfrm>
          <a:prstGeom prst="roundRect">
            <a:avLst>
              <a:gd name="adj" fmla="val 4720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</a:rPr>
              <a:t>Cluster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45D366-307E-DA14-A28A-B97667A1D17A}"/>
              </a:ext>
            </a:extLst>
          </p:cNvPr>
          <p:cNvSpPr/>
          <p:nvPr/>
        </p:nvSpPr>
        <p:spPr>
          <a:xfrm>
            <a:off x="4087183" y="583011"/>
            <a:ext cx="6836456" cy="3767534"/>
          </a:xfrm>
          <a:prstGeom prst="roundRect">
            <a:avLst>
              <a:gd name="adj" fmla="val 8178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Node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FBAD8-A055-CFA6-5494-EED7C7858A0C}"/>
              </a:ext>
            </a:extLst>
          </p:cNvPr>
          <p:cNvSpPr/>
          <p:nvPr/>
        </p:nvSpPr>
        <p:spPr>
          <a:xfrm>
            <a:off x="4963853" y="1615805"/>
            <a:ext cx="902126" cy="931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Pod 1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Frontend</a:t>
            </a:r>
            <a:endParaRPr lang="en-DE" sz="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41E7AD-D15E-555E-968F-B198632C72AD}"/>
              </a:ext>
            </a:extLst>
          </p:cNvPr>
          <p:cNvSpPr/>
          <p:nvPr/>
        </p:nvSpPr>
        <p:spPr>
          <a:xfrm>
            <a:off x="4963853" y="2879170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Log</a:t>
            </a:r>
            <a:endParaRPr lang="en-DE" sz="9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E73A5A-1468-6DBB-9F43-EE910BF7B786}"/>
              </a:ext>
            </a:extLst>
          </p:cNvPr>
          <p:cNvSpPr/>
          <p:nvPr/>
        </p:nvSpPr>
        <p:spPr>
          <a:xfrm>
            <a:off x="5454806" y="2879171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Init</a:t>
            </a:r>
            <a:endParaRPr lang="en-DE" sz="9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293F8D-BA27-34C2-4BC0-F544B00008EC}"/>
              </a:ext>
            </a:extLst>
          </p:cNvPr>
          <p:cNvSpPr/>
          <p:nvPr/>
        </p:nvSpPr>
        <p:spPr>
          <a:xfrm>
            <a:off x="7101944" y="1615805"/>
            <a:ext cx="902126" cy="931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Pod 2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Backend</a:t>
            </a:r>
            <a:endParaRPr lang="en-DE" sz="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EECD2C-DAC3-A4A5-28C7-F0456E1797DE}"/>
              </a:ext>
            </a:extLst>
          </p:cNvPr>
          <p:cNvSpPr/>
          <p:nvPr/>
        </p:nvSpPr>
        <p:spPr>
          <a:xfrm>
            <a:off x="9240035" y="1615805"/>
            <a:ext cx="902126" cy="931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Pod 3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Database</a:t>
            </a:r>
            <a:endParaRPr lang="en-DE" sz="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68DE05-CD94-41FF-4338-821FF02C40A6}"/>
              </a:ext>
            </a:extLst>
          </p:cNvPr>
          <p:cNvSpPr/>
          <p:nvPr/>
        </p:nvSpPr>
        <p:spPr>
          <a:xfrm>
            <a:off x="7101944" y="2879170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Log</a:t>
            </a:r>
            <a:endParaRPr lang="en-DE" sz="9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7FB062-9E22-6053-B50B-338F4646AF1C}"/>
              </a:ext>
            </a:extLst>
          </p:cNvPr>
          <p:cNvSpPr/>
          <p:nvPr/>
        </p:nvSpPr>
        <p:spPr>
          <a:xfrm>
            <a:off x="7592897" y="2879171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Init</a:t>
            </a:r>
            <a:endParaRPr lang="en-DE" sz="9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A8231C-F7A6-4A10-5A00-39CFD9C387BA}"/>
              </a:ext>
            </a:extLst>
          </p:cNvPr>
          <p:cNvSpPr/>
          <p:nvPr/>
        </p:nvSpPr>
        <p:spPr>
          <a:xfrm>
            <a:off x="9240035" y="2879169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Log</a:t>
            </a:r>
            <a:endParaRPr lang="en-DE" sz="9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549A09-DCF5-F44C-D9C8-FF8DC0D0715B}"/>
              </a:ext>
            </a:extLst>
          </p:cNvPr>
          <p:cNvSpPr/>
          <p:nvPr/>
        </p:nvSpPr>
        <p:spPr>
          <a:xfrm>
            <a:off x="9730988" y="2879170"/>
            <a:ext cx="411173" cy="4246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Init</a:t>
            </a:r>
            <a:endParaRPr lang="en-DE" sz="900" dirty="0"/>
          </a:p>
        </p:txBody>
      </p:sp>
    </p:spTree>
    <p:extLst>
      <p:ext uri="{BB962C8B-B14F-4D97-AF65-F5344CB8AC3E}">
        <p14:creationId xmlns:p14="http://schemas.microsoft.com/office/powerpoint/2010/main" val="1868060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467-E266-528C-9C69-E5116471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7712-19FE-5C22-5BC7-D3632F620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421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Koenig</dc:creator>
  <cp:lastModifiedBy>David Koenig</cp:lastModifiedBy>
  <cp:revision>3</cp:revision>
  <dcterms:created xsi:type="dcterms:W3CDTF">2026-07-17T19:37:00Z</dcterms:created>
  <dcterms:modified xsi:type="dcterms:W3CDTF">2026-07-22T07:03:03Z</dcterms:modified>
</cp:coreProperties>
</file>